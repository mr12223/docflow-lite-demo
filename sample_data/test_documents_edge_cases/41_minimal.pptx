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最小 PPT 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只有一个标题页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