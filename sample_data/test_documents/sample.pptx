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DocFlow 综合测试样本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DocFlow End-to-End Sample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测试内容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这是用于毕业设计联调的测试样本文档。</a:t>
            </a:r>
          </a:p>
          <a:p>
            <a:pPr>
              <a:defRPr sz="2000"/>
            </a:pPr>
            <a:r>
              <a:t>内容覆盖中文、English、数字 12345、日期 2026-03-06。</a:t>
            </a:r>
          </a:p>
          <a:p>
            <a:pPr>
              <a:defRPr sz="2000"/>
            </a:pPr>
            <a:r>
              <a:t>目标：验证 PDF、Word、Excel、PPT、文本、JSON、CSV 与图片 OCR。</a:t>
            </a:r>
          </a:p>
          <a:p>
            <a:pPr>
              <a:defRPr sz="2000"/>
            </a:pPr>
            <a:r>
              <a:t>特殊字符：@ # % &amp; * （）【】《》——。</a:t>
            </a:r>
          </a:p>
          <a:p>
            <a:pPr>
              <a:defRPr sz="2000"/>
            </a:pPr>
            <a:r>
              <a:t>This file is generated for parser integration testing.</a:t>
            </a:r>
          </a:p>
          <a:p>
            <a:pPr>
              <a:defRPr sz="2000"/>
            </a:pPr>
            <a:r>
              <a:t>It contains headings, tables, numbers, and mixed-language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成绩表示例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71500">
                <a:tc>
                  <a:txBody>
                    <a:bodyPr/>
                    <a:lstStyle/>
                    <a:p>
                      <a:r>
                        <a:t>编号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专业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成绩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备注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软件工程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正常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数据科学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包含英文 Notes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人工智能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含符号 #AI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