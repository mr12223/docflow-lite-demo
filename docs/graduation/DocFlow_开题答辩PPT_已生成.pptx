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731520"/>
            <a:ext cx="10789920" cy="146304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51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DocFlow多格式文档处理工具设计与实现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326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开题答辩汇报</a:t>
            </a:r>
          </a:p>
          <a:p>
            <a:pPr algn="ctr">
              <a:spcAft>
                <a:spcPts val="1200"/>
              </a:spcAft>
            </a:pPr>
            <a:r>
              <a:rPr sz="1800">
                <a:solidFill>
                  <a:srgbClr val="1E293B"/>
                </a:solidFill>
                <a:latin typeface="Microsoft YaHei"/>
              </a:rPr>
              <a:t>学生姓名：待填写</a:t>
            </a:r>
          </a:p>
          <a:p>
            <a:pPr algn="ctr">
              <a:spcAft>
                <a:spcPts val="1200"/>
              </a:spcAft>
            </a:pPr>
            <a:r>
              <a:rPr sz="1800">
                <a:solidFill>
                  <a:srgbClr val="1E293B"/>
                </a:solidFill>
                <a:latin typeface="Microsoft YaHei"/>
              </a:rPr>
              <a:t>专业班级：软件工程20-0X（待填写）</a:t>
            </a:r>
          </a:p>
          <a:p>
            <a:pPr algn="ctr">
              <a:spcAft>
                <a:spcPts val="1200"/>
              </a:spcAft>
            </a:pPr>
            <a:r>
              <a:rPr sz="1800">
                <a:solidFill>
                  <a:srgbClr val="1E293B"/>
                </a:solidFill>
                <a:latin typeface="Microsoft YaHei"/>
              </a:rPr>
              <a:t>指导教师：待填写</a:t>
            </a:r>
          </a:p>
          <a:p>
            <a:pPr algn="ctr">
              <a:spcAft>
                <a:spcPts val="1200"/>
              </a:spcAft>
            </a:pPr>
            <a:r>
              <a:rPr sz="1800">
                <a:solidFill>
                  <a:srgbClr val="1E293B"/>
                </a:solidFill>
                <a:latin typeface="Microsoft YaHei"/>
              </a:rPr>
              <a:t>日期：2026年3月10日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6035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Microsoft YaHei"/>
              </a:rPr>
              <a:t>多格式文档自动化处理与内容提取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办公与档案场景中存在大量 PDF、Word、Excel、PPT、图片等异构文档。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人工提取内容效率低、重复劳动多，且容易出现漏项、错项与格式不统一问题。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轻量化、可部署、可测试的文档处理平台具有明显的工程价值和展示价值。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课题可同时体现软件工程能力与文档智能处理能力，适合作为毕业设计。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17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DocFlow 开题答辩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项目现状分析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仓库已具备前后端分离原型、核心解析模块、依赖检查、批量测试和 Docker 部署说明。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后端基于 Flask，支持同步处理、异步任务、进度轮询和任务取消。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核心解析层支持 PDF、DOCX、XLSX、PPTX、TXT/MD/CSV/JSON 与图片 OCR。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已有样本数据、评测报告和论文草稿，可直接转化为毕业设计材料。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17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DocFlow 开题答辩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57400" cy="214884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icrosoft YaHei"/>
              </a:rPr>
              <a:t>前端层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上传拖拽
任务轮询
结果展示
批量测试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71600"/>
            <a:ext cx="2057400" cy="2148840"/>
          </a:xfrm>
          <a:prstGeom prst="roundRect">
            <a:avLst/>
          </a:prstGeom>
          <a:solidFill>
            <a:srgbClr val="E0E7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icrosoft YaHei"/>
              </a:rPr>
              <a:t>服务层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1965960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Flask 路由
任务调度
取消控制
报告服务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71600"/>
            <a:ext cx="2057400" cy="214884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0448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icrosoft YaHei"/>
              </a:rPr>
              <a:t>核心层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965960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解析器调度
OCR 兜底
关键词/摘要
格式导出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71600"/>
            <a:ext cx="2057400" cy="214884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icrosoft YaHei"/>
              </a:rPr>
              <a:t>支撑层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1783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4155"/>
                </a:solidFill>
                <a:latin typeface="Microsoft YaHei"/>
              </a:rPr>
              <a:t>依赖检查
错误分类
Docker 部署
样本与报告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Microsoft YaHei"/>
              </a:rPr>
              <a:t>前端交互层：文件上传、拖拽、日志、结果展示、批量测试、依赖面板。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Microsoft YaHei"/>
              </a:rPr>
              <a:t>后端服务层：路由接口、任务调度、状态管理、报告服务、异常响应。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Microsoft YaHei"/>
              </a:rPr>
              <a:t>解析与分析层：格式识别、解析器调度、OCR 兜底、关键词提取、摘要生成。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2937"/>
                </a:solidFill>
                <a:latin typeface="Microsoft YaHei"/>
              </a:rPr>
              <a:t>输出与部署层：TXT/JSON/Markdown/CSV 导出、报告目录、Docker 演示部署。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研究内容与技术路线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分析异构文档格式差异，构建统一处理入口与解析器抽象。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针对文本型与扫描型文档设计“主解析 + OCR 兜底”双通路。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完成关键词提取、摘要生成、多格式导出与错误分类。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通过批量测试与边界样本验证系统功能、稳定性与可用性。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17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DocFlow 开题答辩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核心功能设计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多格式文件上传与自动识别。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PDF 文本提取与扫描 PDF OCR 兜底。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Word / Excel / PPT / 文本类文件内容解析。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图片 OCR、结果导出、依赖检测、一键批测与报告生成。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17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DocFlow 开题答辩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阶段成果与测试依据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评测集规则校验 6/6 全部通过，规则通过率 100%。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批量测试报告覆盖 51 个样本，35/35 个带预期样本全部匹配。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系统已形成异常分类、错误提示和降级处理路径，适合论文实验章节整理。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当前工作重点转向材料固化、论文撰写、答辩演示与局部优化。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17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DocFlow 开题答辩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拟解决的重点与难点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复杂 PDF、图片和低质量扫描件的识别准确性仍需优化。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旧版 `.doc/.xls` 兼容路径需要依赖外部工具增强。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批量任务仍运行在 Web 进程内，后续可引入队列与持久化能力。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论文中需平衡算法深度、工程完整性与可答辩性。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17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DocFlow 开题答辩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进度安排与预期成果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3 月：完成开题、文综、总体设计与关键图表。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4 月：完善功能实现、联调测试、收集实验数据。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5 月：完成论文初稿、修改完善、形成定稿。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6 月前：完成答辩 PPT、系统演示脚本和材料自检。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预期成果：系统成品、论文、测试报告、开题材料与答辩 PPT。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17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DocFlow 开题答辩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DocFlow 课题具备真实项目基础、明确技术边界和较强工程可展示性。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采用轻量解析库与 OCR 结合的路线，更适合本科毕业设计落地。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当前已完成材料初稿生成，后续只需补充个人信息并按导师意见微调。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1F2937"/>
                </a:solidFill>
                <a:latin typeface="Microsoft YaHei"/>
              </a:rPr>
              <a:t>谢谢老师审阅。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217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DocFlow 开题答辩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